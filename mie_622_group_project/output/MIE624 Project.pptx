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3" r:id="rId5"/>
    <p:sldId id="264" r:id="rId6"/>
    <p:sldId id="262" r:id="rId7"/>
    <p:sldId id="260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8911FD-B65F-43F1-B342-9951F14C3AC0}" v="63" dt="2026-03-10T13:59:32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8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7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Balderas" userId="bc2b2ce1-2d65-4a33-ae32-8000ed710118" providerId="ADAL" clId="{99E37F0E-9DCD-4C93-8CAA-C4A33643FB70}"/>
    <pc:docChg chg="undo custSel addSld delSld modSld sldOrd">
      <pc:chgData name="Joshua Balderas" userId="bc2b2ce1-2d65-4a33-ae32-8000ed710118" providerId="ADAL" clId="{99E37F0E-9DCD-4C93-8CAA-C4A33643FB70}" dt="2026-03-10T14:07:34.983" v="3092" actId="2696"/>
      <pc:docMkLst>
        <pc:docMk/>
      </pc:docMkLst>
      <pc:sldChg chg="addSp delSp modSp mod modAnim">
        <pc:chgData name="Joshua Balderas" userId="bc2b2ce1-2d65-4a33-ae32-8000ed710118" providerId="ADAL" clId="{99E37F0E-9DCD-4C93-8CAA-C4A33643FB70}" dt="2026-03-10T01:23:54.264" v="885" actId="27636"/>
        <pc:sldMkLst>
          <pc:docMk/>
          <pc:sldMk cId="3415041435" sldId="256"/>
        </pc:sldMkLst>
        <pc:spChg chg="mod">
          <ac:chgData name="Joshua Balderas" userId="bc2b2ce1-2d65-4a33-ae32-8000ed710118" providerId="ADAL" clId="{99E37F0E-9DCD-4C93-8CAA-C4A33643FB70}" dt="2026-03-10T01:23:54.264" v="885" actId="27636"/>
          <ac:spMkLst>
            <pc:docMk/>
            <pc:sldMk cId="3415041435" sldId="256"/>
            <ac:spMk id="3" creationId="{40738189-0607-A6C5-A970-3EBFFA3E69DE}"/>
          </ac:spMkLst>
        </pc:spChg>
        <pc:spChg chg="del">
          <ac:chgData name="Joshua Balderas" userId="bc2b2ce1-2d65-4a33-ae32-8000ed710118" providerId="ADAL" clId="{99E37F0E-9DCD-4C93-8CAA-C4A33643FB70}" dt="2026-03-10T01:23:22.258" v="867" actId="26606"/>
          <ac:spMkLst>
            <pc:docMk/>
            <pc:sldMk cId="3415041435" sldId="256"/>
            <ac:spMk id="9" creationId="{46B9231A-B34B-4A29-A6AC-532E1EE81575}"/>
          </ac:spMkLst>
        </pc:spChg>
        <pc:spChg chg="add">
          <ac:chgData name="Joshua Balderas" userId="bc2b2ce1-2d65-4a33-ae32-8000ed710118" providerId="ADAL" clId="{99E37F0E-9DCD-4C93-8CAA-C4A33643FB70}" dt="2026-03-10T01:23:22.258" v="867" actId="26606"/>
          <ac:spMkLst>
            <pc:docMk/>
            <pc:sldMk cId="3415041435" sldId="256"/>
            <ac:spMk id="16" creationId="{46B9231A-B34B-4A29-A6AC-532E1EE81575}"/>
          </ac:spMkLst>
        </pc:spChg>
        <pc:picChg chg="del">
          <ac:chgData name="Joshua Balderas" userId="bc2b2ce1-2d65-4a33-ae32-8000ed710118" providerId="ADAL" clId="{99E37F0E-9DCD-4C93-8CAA-C4A33643FB70}" dt="2026-03-10T01:23:13.751" v="864" actId="478"/>
          <ac:picMkLst>
            <pc:docMk/>
            <pc:sldMk cId="3415041435" sldId="256"/>
            <ac:picMk id="4" creationId="{6B739814-629B-B7B0-EEA1-B835E2EBBCF0}"/>
          </ac:picMkLst>
        </pc:picChg>
        <pc:picChg chg="add mod ord">
          <ac:chgData name="Joshua Balderas" userId="bc2b2ce1-2d65-4a33-ae32-8000ed710118" providerId="ADAL" clId="{99E37F0E-9DCD-4C93-8CAA-C4A33643FB70}" dt="2026-03-10T01:23:22.258" v="867" actId="26606"/>
          <ac:picMkLst>
            <pc:docMk/>
            <pc:sldMk cId="3415041435" sldId="256"/>
            <ac:picMk id="5" creationId="{DA9D7EBC-BF01-F3E4-9617-C97BFE8992DF}"/>
          </ac:picMkLst>
        </pc:picChg>
        <pc:cxnChg chg="del">
          <ac:chgData name="Joshua Balderas" userId="bc2b2ce1-2d65-4a33-ae32-8000ed710118" providerId="ADAL" clId="{99E37F0E-9DCD-4C93-8CAA-C4A33643FB70}" dt="2026-03-10T01:23:22.258" v="867" actId="26606"/>
          <ac:cxnSpMkLst>
            <pc:docMk/>
            <pc:sldMk cId="3415041435" sldId="256"/>
            <ac:cxnSpMk id="11" creationId="{F0CE0765-E93C-4D37-9D5F-D464EFB10FA7}"/>
          </ac:cxnSpMkLst>
        </pc:cxnChg>
        <pc:cxnChg chg="add">
          <ac:chgData name="Joshua Balderas" userId="bc2b2ce1-2d65-4a33-ae32-8000ed710118" providerId="ADAL" clId="{99E37F0E-9DCD-4C93-8CAA-C4A33643FB70}" dt="2026-03-10T01:23:22.258" v="867" actId="26606"/>
          <ac:cxnSpMkLst>
            <pc:docMk/>
            <pc:sldMk cId="3415041435" sldId="256"/>
            <ac:cxnSpMk id="18" creationId="{F0CE0765-E93C-4D37-9D5F-D464EFB10FA7}"/>
          </ac:cxnSpMkLst>
        </pc:cxnChg>
      </pc:sldChg>
      <pc:sldChg chg="addSp modSp mod ord">
        <pc:chgData name="Joshua Balderas" userId="bc2b2ce1-2d65-4a33-ae32-8000ed710118" providerId="ADAL" clId="{99E37F0E-9DCD-4C93-8CAA-C4A33643FB70}" dt="2026-03-10T01:32:50.964" v="932"/>
        <pc:sldMkLst>
          <pc:docMk/>
          <pc:sldMk cId="3004151282" sldId="257"/>
        </pc:sldMkLst>
        <pc:spChg chg="mod">
          <ac:chgData name="Joshua Balderas" userId="bc2b2ce1-2d65-4a33-ae32-8000ed710118" providerId="ADAL" clId="{99E37F0E-9DCD-4C93-8CAA-C4A33643FB70}" dt="2026-03-10T01:29:39.338" v="895" actId="1076"/>
          <ac:spMkLst>
            <pc:docMk/>
            <pc:sldMk cId="3004151282" sldId="257"/>
            <ac:spMk id="2" creationId="{4F46BE71-122F-2F34-B9B3-CAC0813B98F9}"/>
          </ac:spMkLst>
        </pc:spChg>
        <pc:spChg chg="mod">
          <ac:chgData name="Joshua Balderas" userId="bc2b2ce1-2d65-4a33-ae32-8000ed710118" providerId="ADAL" clId="{99E37F0E-9DCD-4C93-8CAA-C4A33643FB70}" dt="2026-03-10T01:30:55.561" v="921" actId="207"/>
          <ac:spMkLst>
            <pc:docMk/>
            <pc:sldMk cId="3004151282" sldId="257"/>
            <ac:spMk id="6" creationId="{98BE5510-D12F-11C5-A5F3-BE7C4F60F44C}"/>
          </ac:spMkLst>
        </pc:spChg>
        <pc:spChg chg="mod">
          <ac:chgData name="Joshua Balderas" userId="bc2b2ce1-2d65-4a33-ae32-8000ed710118" providerId="ADAL" clId="{99E37F0E-9DCD-4C93-8CAA-C4A33643FB70}" dt="2026-03-10T01:30:59.028" v="922" actId="5793"/>
          <ac:spMkLst>
            <pc:docMk/>
            <pc:sldMk cId="3004151282" sldId="257"/>
            <ac:spMk id="7" creationId="{F287935B-C3C7-50E3-CE40-12F12305F4D6}"/>
          </ac:spMkLst>
        </pc:spChg>
        <pc:spChg chg="mod">
          <ac:chgData name="Joshua Balderas" userId="bc2b2ce1-2d65-4a33-ae32-8000ed710118" providerId="ADAL" clId="{99E37F0E-9DCD-4C93-8CAA-C4A33643FB70}" dt="2026-03-10T01:30:52.189" v="920" actId="207"/>
          <ac:spMkLst>
            <pc:docMk/>
            <pc:sldMk cId="3004151282" sldId="257"/>
            <ac:spMk id="8" creationId="{C4E60F42-58F5-09DB-BF82-5A328B6763A4}"/>
          </ac:spMkLst>
        </pc:spChg>
        <pc:spChg chg="mod">
          <ac:chgData name="Joshua Balderas" userId="bc2b2ce1-2d65-4a33-ae32-8000ed710118" providerId="ADAL" clId="{99E37F0E-9DCD-4C93-8CAA-C4A33643FB70}" dt="2026-03-10T01:31:28.246" v="925" actId="255"/>
          <ac:spMkLst>
            <pc:docMk/>
            <pc:sldMk cId="3004151282" sldId="257"/>
            <ac:spMk id="9" creationId="{21DD27EB-0012-DD07-2B26-B82EABC16B11}"/>
          </ac:spMkLst>
        </pc:spChg>
        <pc:spChg chg="add mod">
          <ac:chgData name="Joshua Balderas" userId="bc2b2ce1-2d65-4a33-ae32-8000ed710118" providerId="ADAL" clId="{99E37F0E-9DCD-4C93-8CAA-C4A33643FB70}" dt="2026-03-10T01:31:59.338" v="927" actId="12"/>
          <ac:spMkLst>
            <pc:docMk/>
            <pc:sldMk cId="3004151282" sldId="257"/>
            <ac:spMk id="11" creationId="{910C0A45-4D45-C383-2C30-9E9B6E8B81BC}"/>
          </ac:spMkLst>
        </pc:spChg>
        <pc:picChg chg="add mod ord">
          <ac:chgData name="Joshua Balderas" userId="bc2b2ce1-2d65-4a33-ae32-8000ed710118" providerId="ADAL" clId="{99E37F0E-9DCD-4C93-8CAA-C4A33643FB70}" dt="2026-03-10T01:29:29.694" v="894" actId="1076"/>
          <ac:picMkLst>
            <pc:docMk/>
            <pc:sldMk cId="3004151282" sldId="257"/>
            <ac:picMk id="10" creationId="{1CF7363A-0911-34E2-8576-56AECAB7F11D}"/>
          </ac:picMkLst>
        </pc:picChg>
      </pc:sldChg>
      <pc:sldChg chg="addSp delSp modSp mod">
        <pc:chgData name="Joshua Balderas" userId="bc2b2ce1-2d65-4a33-ae32-8000ed710118" providerId="ADAL" clId="{99E37F0E-9DCD-4C93-8CAA-C4A33643FB70}" dt="2026-03-10T01:58:18.168" v="1043" actId="255"/>
        <pc:sldMkLst>
          <pc:docMk/>
          <pc:sldMk cId="2787099530" sldId="258"/>
        </pc:sldMkLst>
        <pc:spChg chg="mod">
          <ac:chgData name="Joshua Balderas" userId="bc2b2ce1-2d65-4a33-ae32-8000ed710118" providerId="ADAL" clId="{99E37F0E-9DCD-4C93-8CAA-C4A33643FB70}" dt="2026-03-10T01:20:04.752" v="827" actId="1076"/>
          <ac:spMkLst>
            <pc:docMk/>
            <pc:sldMk cId="2787099530" sldId="258"/>
            <ac:spMk id="2" creationId="{CFBDCDDA-C457-9C13-609F-7A872D0D4DD1}"/>
          </ac:spMkLst>
        </pc:spChg>
        <pc:spChg chg="mod">
          <ac:chgData name="Joshua Balderas" userId="bc2b2ce1-2d65-4a33-ae32-8000ed710118" providerId="ADAL" clId="{99E37F0E-9DCD-4C93-8CAA-C4A33643FB70}" dt="2026-03-10T01:22:09.105" v="854" actId="113"/>
          <ac:spMkLst>
            <pc:docMk/>
            <pc:sldMk cId="2787099530" sldId="258"/>
            <ac:spMk id="3" creationId="{D175C767-D285-2260-9BC7-A7F39236C502}"/>
          </ac:spMkLst>
        </pc:spChg>
        <pc:spChg chg="mod">
          <ac:chgData name="Joshua Balderas" userId="bc2b2ce1-2d65-4a33-ae32-8000ed710118" providerId="ADAL" clId="{99E37F0E-9DCD-4C93-8CAA-C4A33643FB70}" dt="2026-03-10T01:21:02.496" v="838" actId="1076"/>
          <ac:spMkLst>
            <pc:docMk/>
            <pc:sldMk cId="2787099530" sldId="258"/>
            <ac:spMk id="4" creationId="{3CC92432-683E-B097-6F21-F3DB20BF8854}"/>
          </ac:spMkLst>
        </pc:spChg>
        <pc:spChg chg="mod">
          <ac:chgData name="Joshua Balderas" userId="bc2b2ce1-2d65-4a33-ae32-8000ed710118" providerId="ADAL" clId="{99E37F0E-9DCD-4C93-8CAA-C4A33643FB70}" dt="2026-03-10T01:22:10.436" v="856" actId="113"/>
          <ac:spMkLst>
            <pc:docMk/>
            <pc:sldMk cId="2787099530" sldId="258"/>
            <ac:spMk id="5" creationId="{A97B6DF5-2E77-D0C0-0D2B-C3DC7DA5F733}"/>
          </ac:spMkLst>
        </pc:spChg>
        <pc:spChg chg="mod">
          <ac:chgData name="Joshua Balderas" userId="bc2b2ce1-2d65-4a33-ae32-8000ed710118" providerId="ADAL" clId="{99E37F0E-9DCD-4C93-8CAA-C4A33643FB70}" dt="2026-03-10T01:20:48.810" v="837" actId="1076"/>
          <ac:spMkLst>
            <pc:docMk/>
            <pc:sldMk cId="2787099530" sldId="258"/>
            <ac:spMk id="7" creationId="{21C7604C-22D5-1757-EEAD-CDCBA8E8DD5F}"/>
          </ac:spMkLst>
        </pc:spChg>
        <pc:spChg chg="mod">
          <ac:chgData name="Joshua Balderas" userId="bc2b2ce1-2d65-4a33-ae32-8000ed710118" providerId="ADAL" clId="{99E37F0E-9DCD-4C93-8CAA-C4A33643FB70}" dt="2026-03-10T01:22:13.711" v="857" actId="115"/>
          <ac:spMkLst>
            <pc:docMk/>
            <pc:sldMk cId="2787099530" sldId="258"/>
            <ac:spMk id="8" creationId="{8E3D5002-8FBC-62AD-5724-970D0F9AC713}"/>
          </ac:spMkLst>
        </pc:spChg>
        <pc:spChg chg="mod">
          <ac:chgData name="Joshua Balderas" userId="bc2b2ce1-2d65-4a33-ae32-8000ed710118" providerId="ADAL" clId="{99E37F0E-9DCD-4C93-8CAA-C4A33643FB70}" dt="2026-03-10T01:20:43.906" v="836" actId="1076"/>
          <ac:spMkLst>
            <pc:docMk/>
            <pc:sldMk cId="2787099530" sldId="258"/>
            <ac:spMk id="9" creationId="{63C257ED-A740-C333-68A6-76CA8A5C0AAC}"/>
          </ac:spMkLst>
        </pc:spChg>
        <pc:spChg chg="mod">
          <ac:chgData name="Joshua Balderas" userId="bc2b2ce1-2d65-4a33-ae32-8000ed710118" providerId="ADAL" clId="{99E37F0E-9DCD-4C93-8CAA-C4A33643FB70}" dt="2026-03-10T01:22:17.889" v="859" actId="113"/>
          <ac:spMkLst>
            <pc:docMk/>
            <pc:sldMk cId="2787099530" sldId="258"/>
            <ac:spMk id="10" creationId="{4FDA2E27-A2C2-E62D-A8CA-A6BA8E5D1FC0}"/>
          </ac:spMkLst>
        </pc:spChg>
        <pc:spChg chg="mod">
          <ac:chgData name="Joshua Balderas" userId="bc2b2ce1-2d65-4a33-ae32-8000ed710118" providerId="ADAL" clId="{99E37F0E-9DCD-4C93-8CAA-C4A33643FB70}" dt="2026-03-10T01:20:32.910" v="833" actId="1076"/>
          <ac:spMkLst>
            <pc:docMk/>
            <pc:sldMk cId="2787099530" sldId="258"/>
            <ac:spMk id="11" creationId="{B49F4EA9-20D3-EDDA-0551-38B342472CCB}"/>
          </ac:spMkLst>
        </pc:spChg>
        <pc:spChg chg="add del mod">
          <ac:chgData name="Joshua Balderas" userId="bc2b2ce1-2d65-4a33-ae32-8000ed710118" providerId="ADAL" clId="{99E37F0E-9DCD-4C93-8CAA-C4A33643FB70}" dt="2026-03-10T00:58:59.343" v="24"/>
          <ac:spMkLst>
            <pc:docMk/>
            <pc:sldMk cId="2787099530" sldId="258"/>
            <ac:spMk id="12" creationId="{5334867D-5C03-0387-CCDA-9F7E4DDD070B}"/>
          </ac:spMkLst>
        </pc:spChg>
        <pc:spChg chg="add mod">
          <ac:chgData name="Joshua Balderas" userId="bc2b2ce1-2d65-4a33-ae32-8000ed710118" providerId="ADAL" clId="{99E37F0E-9DCD-4C93-8CAA-C4A33643FB70}" dt="2026-03-10T01:58:18.168" v="1043" actId="255"/>
          <ac:spMkLst>
            <pc:docMk/>
            <pc:sldMk cId="2787099530" sldId="258"/>
            <ac:spMk id="16" creationId="{652DF701-AD67-16DF-AC5E-9D2F35C5FD17}"/>
          </ac:spMkLst>
        </pc:spChg>
        <pc:picChg chg="add del mod">
          <ac:chgData name="Joshua Balderas" userId="bc2b2ce1-2d65-4a33-ae32-8000ed710118" providerId="ADAL" clId="{99E37F0E-9DCD-4C93-8CAA-C4A33643FB70}" dt="2026-03-10T01:18:50.907" v="812" actId="478"/>
          <ac:picMkLst>
            <pc:docMk/>
            <pc:sldMk cId="2787099530" sldId="258"/>
            <ac:picMk id="13" creationId="{4BBE7A63-13D8-FC32-FA23-445D7E0D614D}"/>
          </ac:picMkLst>
        </pc:picChg>
        <pc:picChg chg="add mod">
          <ac:chgData name="Joshua Balderas" userId="bc2b2ce1-2d65-4a33-ae32-8000ed710118" providerId="ADAL" clId="{99E37F0E-9DCD-4C93-8CAA-C4A33643FB70}" dt="2026-03-10T01:18:36.418" v="809"/>
          <ac:picMkLst>
            <pc:docMk/>
            <pc:sldMk cId="2787099530" sldId="258"/>
            <ac:picMk id="14" creationId="{CA990CCC-94E4-BA64-C2C3-ADBD9A933CB7}"/>
          </ac:picMkLst>
        </pc:picChg>
        <pc:picChg chg="add mod ord">
          <ac:chgData name="Joshua Balderas" userId="bc2b2ce1-2d65-4a33-ae32-8000ed710118" providerId="ADAL" clId="{99E37F0E-9DCD-4C93-8CAA-C4A33643FB70}" dt="2026-03-10T01:20:36.353" v="835" actId="1076"/>
          <ac:picMkLst>
            <pc:docMk/>
            <pc:sldMk cId="2787099530" sldId="258"/>
            <ac:picMk id="15" creationId="{222F6A75-1E30-4AAE-8CE9-E3EB4F7403D4}"/>
          </ac:picMkLst>
        </pc:picChg>
      </pc:sldChg>
      <pc:sldChg chg="modSp del mod modShow">
        <pc:chgData name="Joshua Balderas" userId="bc2b2ce1-2d65-4a33-ae32-8000ed710118" providerId="ADAL" clId="{99E37F0E-9DCD-4C93-8CAA-C4A33643FB70}" dt="2026-03-10T14:07:34.983" v="3092" actId="2696"/>
        <pc:sldMkLst>
          <pc:docMk/>
          <pc:sldMk cId="3963501221" sldId="259"/>
        </pc:sldMkLst>
        <pc:spChg chg="mod">
          <ac:chgData name="Joshua Balderas" userId="bc2b2ce1-2d65-4a33-ae32-8000ed710118" providerId="ADAL" clId="{99E37F0E-9DCD-4C93-8CAA-C4A33643FB70}" dt="2026-03-10T01:52:08.693" v="933" actId="13926"/>
          <ac:spMkLst>
            <pc:docMk/>
            <pc:sldMk cId="3963501221" sldId="259"/>
            <ac:spMk id="7" creationId="{056F4B60-4B5F-8919-F0C9-82DD9078C01E}"/>
          </ac:spMkLst>
        </pc:spChg>
      </pc:sldChg>
      <pc:sldChg chg="addSp delSp modSp new mod ord modClrScheme chgLayout">
        <pc:chgData name="Joshua Balderas" userId="bc2b2ce1-2d65-4a33-ae32-8000ed710118" providerId="ADAL" clId="{99E37F0E-9DCD-4C93-8CAA-C4A33643FB70}" dt="2026-03-10T13:30:56.970" v="2694"/>
        <pc:sldMkLst>
          <pc:docMk/>
          <pc:sldMk cId="829764906" sldId="260"/>
        </pc:sldMkLst>
        <pc:spChg chg="mod ord">
          <ac:chgData name="Joshua Balderas" userId="bc2b2ce1-2d65-4a33-ae32-8000ed710118" providerId="ADAL" clId="{99E37F0E-9DCD-4C93-8CAA-C4A33643FB70}" dt="2026-03-10T01:56:20.438" v="975" actId="700"/>
          <ac:spMkLst>
            <pc:docMk/>
            <pc:sldMk cId="829764906" sldId="260"/>
            <ac:spMk id="2" creationId="{B84B9570-6FC6-7A3E-0C9A-64758F18C278}"/>
          </ac:spMkLst>
        </pc:spChg>
        <pc:spChg chg="del">
          <ac:chgData name="Joshua Balderas" userId="bc2b2ce1-2d65-4a33-ae32-8000ed710118" providerId="ADAL" clId="{99E37F0E-9DCD-4C93-8CAA-C4A33643FB70}" dt="2026-03-10T01:56:20.438" v="975" actId="700"/>
          <ac:spMkLst>
            <pc:docMk/>
            <pc:sldMk cId="829764906" sldId="260"/>
            <ac:spMk id="3" creationId="{E2F77042-C3A7-43DE-49B4-6DAF7B765472}"/>
          </ac:spMkLst>
        </pc:spChg>
        <pc:spChg chg="del mod ord">
          <ac:chgData name="Joshua Balderas" userId="bc2b2ce1-2d65-4a33-ae32-8000ed710118" providerId="ADAL" clId="{99E37F0E-9DCD-4C93-8CAA-C4A33643FB70}" dt="2026-03-10T01:56:20.438" v="975" actId="700"/>
          <ac:spMkLst>
            <pc:docMk/>
            <pc:sldMk cId="829764906" sldId="260"/>
            <ac:spMk id="4" creationId="{956F161C-344F-6EDC-42C5-A781EAD60690}"/>
          </ac:spMkLst>
        </pc:spChg>
        <pc:spChg chg="del">
          <ac:chgData name="Joshua Balderas" userId="bc2b2ce1-2d65-4a33-ae32-8000ed710118" providerId="ADAL" clId="{99E37F0E-9DCD-4C93-8CAA-C4A33643FB70}" dt="2026-03-10T01:56:13.377" v="973" actId="478"/>
          <ac:spMkLst>
            <pc:docMk/>
            <pc:sldMk cId="829764906" sldId="260"/>
            <ac:spMk id="5" creationId="{ED0B96C0-570D-3AEE-755B-6113E6B1FD7D}"/>
          </ac:spMkLst>
        </pc:spChg>
        <pc:spChg chg="del">
          <ac:chgData name="Joshua Balderas" userId="bc2b2ce1-2d65-4a33-ae32-8000ed710118" providerId="ADAL" clId="{99E37F0E-9DCD-4C93-8CAA-C4A33643FB70}" dt="2026-03-10T01:56:15.364" v="974" actId="478"/>
          <ac:spMkLst>
            <pc:docMk/>
            <pc:sldMk cId="829764906" sldId="260"/>
            <ac:spMk id="6" creationId="{4505E7F2-22B6-EBB3-87B8-C692C2B7509D}"/>
          </ac:spMkLst>
        </pc:spChg>
        <pc:spChg chg="add del">
          <ac:chgData name="Joshua Balderas" userId="bc2b2ce1-2d65-4a33-ae32-8000ed710118" providerId="ADAL" clId="{99E37F0E-9DCD-4C93-8CAA-C4A33643FB70}" dt="2026-03-10T01:53:27.501" v="935" actId="22"/>
          <ac:spMkLst>
            <pc:docMk/>
            <pc:sldMk cId="829764906" sldId="260"/>
            <ac:spMk id="8" creationId="{1A59D44B-951D-7956-507F-DA95FCB3259E}"/>
          </ac:spMkLst>
        </pc:spChg>
        <pc:spChg chg="add mod ord">
          <ac:chgData name="Joshua Balderas" userId="bc2b2ce1-2d65-4a33-ae32-8000ed710118" providerId="ADAL" clId="{99E37F0E-9DCD-4C93-8CAA-C4A33643FB70}" dt="2026-03-10T02:08:13.963" v="1559" actId="20577"/>
          <ac:spMkLst>
            <pc:docMk/>
            <pc:sldMk cId="829764906" sldId="260"/>
            <ac:spMk id="10" creationId="{393C3E6F-BD83-6C47-3641-C41BD53DBBFE}"/>
          </ac:spMkLst>
        </pc:spChg>
        <pc:picChg chg="add mod ord">
          <ac:chgData name="Joshua Balderas" userId="bc2b2ce1-2d65-4a33-ae32-8000ed710118" providerId="ADAL" clId="{99E37F0E-9DCD-4C93-8CAA-C4A33643FB70}" dt="2026-03-10T01:55:56.966" v="945" actId="167"/>
          <ac:picMkLst>
            <pc:docMk/>
            <pc:sldMk cId="829764906" sldId="260"/>
            <ac:picMk id="9" creationId="{7A3DDE0C-1EB7-DF35-2473-FEC25977691E}"/>
          </ac:picMkLst>
        </pc:picChg>
      </pc:sldChg>
      <pc:sldChg chg="modSp new del mod">
        <pc:chgData name="Joshua Balderas" userId="bc2b2ce1-2d65-4a33-ae32-8000ed710118" providerId="ADAL" clId="{99E37F0E-9DCD-4C93-8CAA-C4A33643FB70}" dt="2026-03-10T13:28:11.793" v="2562" actId="2696"/>
        <pc:sldMkLst>
          <pc:docMk/>
          <pc:sldMk cId="1269624488" sldId="261"/>
        </pc:sldMkLst>
        <pc:spChg chg="mod">
          <ac:chgData name="Joshua Balderas" userId="bc2b2ce1-2d65-4a33-ae32-8000ed710118" providerId="ADAL" clId="{99E37F0E-9DCD-4C93-8CAA-C4A33643FB70}" dt="2026-03-10T02:31:26.629" v="2324" actId="5793"/>
          <ac:spMkLst>
            <pc:docMk/>
            <pc:sldMk cId="1269624488" sldId="261"/>
            <ac:spMk id="2" creationId="{66DDF0A6-5644-8E58-271F-0F391BCE8CE8}"/>
          </ac:spMkLst>
        </pc:spChg>
        <pc:spChg chg="mod">
          <ac:chgData name="Joshua Balderas" userId="bc2b2ce1-2d65-4a33-ae32-8000ed710118" providerId="ADAL" clId="{99E37F0E-9DCD-4C93-8CAA-C4A33643FB70}" dt="2026-03-10T02:31:23.207" v="2315"/>
          <ac:spMkLst>
            <pc:docMk/>
            <pc:sldMk cId="1269624488" sldId="261"/>
            <ac:spMk id="3" creationId="{B6C71905-6D16-64CC-AEA6-5E8D104F6A3A}"/>
          </ac:spMkLst>
        </pc:spChg>
      </pc:sldChg>
      <pc:sldChg chg="addSp delSp modSp new mod ord">
        <pc:chgData name="Joshua Balderas" userId="bc2b2ce1-2d65-4a33-ae32-8000ed710118" providerId="ADAL" clId="{99E37F0E-9DCD-4C93-8CAA-C4A33643FB70}" dt="2026-03-10T14:00:26.159" v="3091" actId="1076"/>
        <pc:sldMkLst>
          <pc:docMk/>
          <pc:sldMk cId="2876653769" sldId="262"/>
        </pc:sldMkLst>
        <pc:spChg chg="mod">
          <ac:chgData name="Joshua Balderas" userId="bc2b2ce1-2d65-4a33-ae32-8000ed710118" providerId="ADAL" clId="{99E37F0E-9DCD-4C93-8CAA-C4A33643FB70}" dt="2026-03-10T13:30:01.077" v="2692" actId="20577"/>
          <ac:spMkLst>
            <pc:docMk/>
            <pc:sldMk cId="2876653769" sldId="262"/>
            <ac:spMk id="2" creationId="{9A275A2D-7F09-B990-721A-2F9910D9178E}"/>
          </ac:spMkLst>
        </pc:spChg>
        <pc:spChg chg="del">
          <ac:chgData name="Joshua Balderas" userId="bc2b2ce1-2d65-4a33-ae32-8000ed710118" providerId="ADAL" clId="{99E37F0E-9DCD-4C93-8CAA-C4A33643FB70}" dt="2026-03-10T02:16:55.962" v="1636" actId="478"/>
          <ac:spMkLst>
            <pc:docMk/>
            <pc:sldMk cId="2876653769" sldId="262"/>
            <ac:spMk id="3" creationId="{932CFA91-71D4-80F0-F861-109CFB76FCC1}"/>
          </ac:spMkLst>
        </pc:spChg>
        <pc:spChg chg="del mod">
          <ac:chgData name="Joshua Balderas" userId="bc2b2ce1-2d65-4a33-ae32-8000ed710118" providerId="ADAL" clId="{99E37F0E-9DCD-4C93-8CAA-C4A33643FB70}" dt="2026-03-10T02:16:58.361" v="1638" actId="478"/>
          <ac:spMkLst>
            <pc:docMk/>
            <pc:sldMk cId="2876653769" sldId="262"/>
            <ac:spMk id="4" creationId="{3F319F80-69FA-07B7-BD36-83C2AB025A9A}"/>
          </ac:spMkLst>
        </pc:spChg>
        <pc:spChg chg="del">
          <ac:chgData name="Joshua Balderas" userId="bc2b2ce1-2d65-4a33-ae32-8000ed710118" providerId="ADAL" clId="{99E37F0E-9DCD-4C93-8CAA-C4A33643FB70}" dt="2026-03-10T02:17:01.048" v="1639" actId="478"/>
          <ac:spMkLst>
            <pc:docMk/>
            <pc:sldMk cId="2876653769" sldId="262"/>
            <ac:spMk id="5" creationId="{F7D5DDF2-EF95-F358-2E3D-012314A381CC}"/>
          </ac:spMkLst>
        </pc:spChg>
        <pc:spChg chg="del">
          <ac:chgData name="Joshua Balderas" userId="bc2b2ce1-2d65-4a33-ae32-8000ed710118" providerId="ADAL" clId="{99E37F0E-9DCD-4C93-8CAA-C4A33643FB70}" dt="2026-03-10T02:17:02.861" v="1640" actId="478"/>
          <ac:spMkLst>
            <pc:docMk/>
            <pc:sldMk cId="2876653769" sldId="262"/>
            <ac:spMk id="6" creationId="{4470260E-20C7-F71E-B41F-4E1CB7BC57F0}"/>
          </ac:spMkLst>
        </pc:spChg>
        <pc:spChg chg="add mod">
          <ac:chgData name="Joshua Balderas" userId="bc2b2ce1-2d65-4a33-ae32-8000ed710118" providerId="ADAL" clId="{99E37F0E-9DCD-4C93-8CAA-C4A33643FB70}" dt="2026-03-10T14:00:09.916" v="3089" actId="20577"/>
          <ac:spMkLst>
            <pc:docMk/>
            <pc:sldMk cId="2876653769" sldId="262"/>
            <ac:spMk id="10" creationId="{8C7854CB-A386-0000-62D4-D7BDFCB27191}"/>
          </ac:spMkLst>
        </pc:spChg>
        <pc:spChg chg="add del mod">
          <ac:chgData name="Joshua Balderas" userId="bc2b2ce1-2d65-4a33-ae32-8000ed710118" providerId="ADAL" clId="{99E37F0E-9DCD-4C93-8CAA-C4A33643FB70}" dt="2026-03-10T13:56:28.902" v="3009" actId="478"/>
          <ac:spMkLst>
            <pc:docMk/>
            <pc:sldMk cId="2876653769" sldId="262"/>
            <ac:spMk id="11" creationId="{CBB2A680-0A77-C9E2-83F1-D7405C552C28}"/>
          </ac:spMkLst>
        </pc:spChg>
        <pc:spChg chg="add mod ord">
          <ac:chgData name="Joshua Balderas" userId="bc2b2ce1-2d65-4a33-ae32-8000ed710118" providerId="ADAL" clId="{99E37F0E-9DCD-4C93-8CAA-C4A33643FB70}" dt="2026-03-10T13:50:17.508" v="2916" actId="14100"/>
          <ac:spMkLst>
            <pc:docMk/>
            <pc:sldMk cId="2876653769" sldId="262"/>
            <ac:spMk id="12" creationId="{E133A05F-658F-A4D4-551B-1562C6CEBC31}"/>
          </ac:spMkLst>
        </pc:spChg>
        <pc:spChg chg="add del mod">
          <ac:chgData name="Joshua Balderas" userId="bc2b2ce1-2d65-4a33-ae32-8000ed710118" providerId="ADAL" clId="{99E37F0E-9DCD-4C93-8CAA-C4A33643FB70}" dt="2026-03-10T13:42:38.723" v="2879" actId="478"/>
          <ac:spMkLst>
            <pc:docMk/>
            <pc:sldMk cId="2876653769" sldId="262"/>
            <ac:spMk id="13" creationId="{964F1E9D-88B7-CDE8-8713-0EAFA1657BB8}"/>
          </ac:spMkLst>
        </pc:spChg>
        <pc:spChg chg="add del mod">
          <ac:chgData name="Joshua Balderas" userId="bc2b2ce1-2d65-4a33-ae32-8000ed710118" providerId="ADAL" clId="{99E37F0E-9DCD-4C93-8CAA-C4A33643FB70}" dt="2026-03-10T13:44:13.837" v="2890" actId="478"/>
          <ac:spMkLst>
            <pc:docMk/>
            <pc:sldMk cId="2876653769" sldId="262"/>
            <ac:spMk id="15" creationId="{F2ADDAD2-390A-6E8D-56C3-19AB0BA38846}"/>
          </ac:spMkLst>
        </pc:spChg>
        <pc:spChg chg="add mod">
          <ac:chgData name="Joshua Balderas" userId="bc2b2ce1-2d65-4a33-ae32-8000ed710118" providerId="ADAL" clId="{99E37F0E-9DCD-4C93-8CAA-C4A33643FB70}" dt="2026-03-10T14:00:21.427" v="3090" actId="1076"/>
          <ac:spMkLst>
            <pc:docMk/>
            <pc:sldMk cId="2876653769" sldId="262"/>
            <ac:spMk id="24" creationId="{B2C831A3-5CDB-24B9-7AA6-13F37265760D}"/>
          </ac:spMkLst>
        </pc:spChg>
        <pc:spChg chg="add mod">
          <ac:chgData name="Joshua Balderas" userId="bc2b2ce1-2d65-4a33-ae32-8000ed710118" providerId="ADAL" clId="{99E37F0E-9DCD-4C93-8CAA-C4A33643FB70}" dt="2026-03-10T14:00:21.427" v="3090" actId="1076"/>
          <ac:spMkLst>
            <pc:docMk/>
            <pc:sldMk cId="2876653769" sldId="262"/>
            <ac:spMk id="25" creationId="{4971AB77-CA51-C5A8-5BBE-F55E657E9F78}"/>
          </ac:spMkLst>
        </pc:spChg>
        <pc:spChg chg="add mod">
          <ac:chgData name="Joshua Balderas" userId="bc2b2ce1-2d65-4a33-ae32-8000ed710118" providerId="ADAL" clId="{99E37F0E-9DCD-4C93-8CAA-C4A33643FB70}" dt="2026-03-10T14:00:21.427" v="3090" actId="1076"/>
          <ac:spMkLst>
            <pc:docMk/>
            <pc:sldMk cId="2876653769" sldId="262"/>
            <ac:spMk id="26" creationId="{CFB0E693-9108-7329-2E10-8C200A2339FB}"/>
          </ac:spMkLst>
        </pc:spChg>
        <pc:spChg chg="add mod">
          <ac:chgData name="Joshua Balderas" userId="bc2b2ce1-2d65-4a33-ae32-8000ed710118" providerId="ADAL" clId="{99E37F0E-9DCD-4C93-8CAA-C4A33643FB70}" dt="2026-03-10T14:00:21.427" v="3090" actId="1076"/>
          <ac:spMkLst>
            <pc:docMk/>
            <pc:sldMk cId="2876653769" sldId="262"/>
            <ac:spMk id="27" creationId="{A2A22159-23E8-4D42-3D5F-670616F7D215}"/>
          </ac:spMkLst>
        </pc:spChg>
        <pc:spChg chg="add mod">
          <ac:chgData name="Joshua Balderas" userId="bc2b2ce1-2d65-4a33-ae32-8000ed710118" providerId="ADAL" clId="{99E37F0E-9DCD-4C93-8CAA-C4A33643FB70}" dt="2026-03-10T14:00:26.159" v="3091" actId="1076"/>
          <ac:spMkLst>
            <pc:docMk/>
            <pc:sldMk cId="2876653769" sldId="262"/>
            <ac:spMk id="28" creationId="{934D9C4C-E96C-9966-6A7A-3F7E10D9F08E}"/>
          </ac:spMkLst>
        </pc:spChg>
        <pc:spChg chg="add mod">
          <ac:chgData name="Joshua Balderas" userId="bc2b2ce1-2d65-4a33-ae32-8000ed710118" providerId="ADAL" clId="{99E37F0E-9DCD-4C93-8CAA-C4A33643FB70}" dt="2026-03-10T14:00:21.427" v="3090" actId="1076"/>
          <ac:spMkLst>
            <pc:docMk/>
            <pc:sldMk cId="2876653769" sldId="262"/>
            <ac:spMk id="29" creationId="{6D7FEE93-561F-DD81-3ABF-264093AC1837}"/>
          </ac:spMkLst>
        </pc:spChg>
        <pc:picChg chg="add mod">
          <ac:chgData name="Joshua Balderas" userId="bc2b2ce1-2d65-4a33-ae32-8000ed710118" providerId="ADAL" clId="{99E37F0E-9DCD-4C93-8CAA-C4A33643FB70}" dt="2026-03-10T13:53:21.768" v="2966" actId="1076"/>
          <ac:picMkLst>
            <pc:docMk/>
            <pc:sldMk cId="2876653769" sldId="262"/>
            <ac:picMk id="4" creationId="{08C0856D-9F0A-5925-A59C-5BFE1A76EBB4}"/>
          </ac:picMkLst>
        </pc:picChg>
        <pc:picChg chg="add mod ord">
          <ac:chgData name="Joshua Balderas" userId="bc2b2ce1-2d65-4a33-ae32-8000ed710118" providerId="ADAL" clId="{99E37F0E-9DCD-4C93-8CAA-C4A33643FB70}" dt="2026-03-10T13:53:31.315" v="2968" actId="1076"/>
          <ac:picMkLst>
            <pc:docMk/>
            <pc:sldMk cId="2876653769" sldId="262"/>
            <ac:picMk id="6" creationId="{E521A549-0898-D606-A954-AED62404AB60}"/>
          </ac:picMkLst>
        </pc:picChg>
        <pc:picChg chg="add mod">
          <ac:chgData name="Joshua Balderas" userId="bc2b2ce1-2d65-4a33-ae32-8000ed710118" providerId="ADAL" clId="{99E37F0E-9DCD-4C93-8CAA-C4A33643FB70}" dt="2026-03-10T02:15:01.920" v="1627"/>
          <ac:picMkLst>
            <pc:docMk/>
            <pc:sldMk cId="2876653769" sldId="262"/>
            <ac:picMk id="7" creationId="{FDEDB318-1D94-469F-6487-0DDDB5221E40}"/>
          </ac:picMkLst>
        </pc:picChg>
        <pc:picChg chg="add del mod ord">
          <ac:chgData name="Joshua Balderas" userId="bc2b2ce1-2d65-4a33-ae32-8000ed710118" providerId="ADAL" clId="{99E37F0E-9DCD-4C93-8CAA-C4A33643FB70}" dt="2026-03-10T02:17:23.779" v="1641" actId="478"/>
          <ac:picMkLst>
            <pc:docMk/>
            <pc:sldMk cId="2876653769" sldId="262"/>
            <ac:picMk id="8" creationId="{1DFB86D7-C06F-43B5-431F-5E64C4DA9907}"/>
          </ac:picMkLst>
        </pc:picChg>
        <pc:picChg chg="add mod">
          <ac:chgData name="Joshua Balderas" userId="bc2b2ce1-2d65-4a33-ae32-8000ed710118" providerId="ADAL" clId="{99E37F0E-9DCD-4C93-8CAA-C4A33643FB70}" dt="2026-03-10T13:54:01.821" v="2972" actId="1076"/>
          <ac:picMkLst>
            <pc:docMk/>
            <pc:sldMk cId="2876653769" sldId="262"/>
            <ac:picMk id="8" creationId="{A8C8E73C-12A8-9F6A-1C2F-B1063EA0C3C6}"/>
          </ac:picMkLst>
        </pc:picChg>
        <pc:picChg chg="add mod ord">
          <ac:chgData name="Joshua Balderas" userId="bc2b2ce1-2d65-4a33-ae32-8000ed710118" providerId="ADAL" clId="{99E37F0E-9DCD-4C93-8CAA-C4A33643FB70}" dt="2026-03-10T13:52:54.984" v="2961" actId="171"/>
          <ac:picMkLst>
            <pc:docMk/>
            <pc:sldMk cId="2876653769" sldId="262"/>
            <ac:picMk id="9" creationId="{18A9F62E-ADF6-EBCC-6D9B-2188ADD3EE02}"/>
          </ac:picMkLst>
        </pc:picChg>
        <pc:picChg chg="add del">
          <ac:chgData name="Joshua Balderas" userId="bc2b2ce1-2d65-4a33-ae32-8000ed710118" providerId="ADAL" clId="{99E37F0E-9DCD-4C93-8CAA-C4A33643FB70}" dt="2026-03-10T13:42:29.082" v="2876" actId="478"/>
          <ac:picMkLst>
            <pc:docMk/>
            <pc:sldMk cId="2876653769" sldId="262"/>
            <ac:picMk id="14" creationId="{50565155-64C3-7C0F-1CE9-6FB50F83372B}"/>
          </ac:picMkLst>
        </pc:picChg>
        <pc:picChg chg="add del mod">
          <ac:chgData name="Joshua Balderas" userId="bc2b2ce1-2d65-4a33-ae32-8000ed710118" providerId="ADAL" clId="{99E37F0E-9DCD-4C93-8CAA-C4A33643FB70}" dt="2026-03-10T13:49:15.037" v="2905" actId="478"/>
          <ac:picMkLst>
            <pc:docMk/>
            <pc:sldMk cId="2876653769" sldId="262"/>
            <ac:picMk id="17" creationId="{7C7CDF44-AFE2-8F44-D6ED-DB3E39B65516}"/>
          </ac:picMkLst>
        </pc:picChg>
        <pc:picChg chg="add del mod">
          <ac:chgData name="Joshua Balderas" userId="bc2b2ce1-2d65-4a33-ae32-8000ed710118" providerId="ADAL" clId="{99E37F0E-9DCD-4C93-8CAA-C4A33643FB70}" dt="2026-03-10T13:49:13.566" v="2904" actId="478"/>
          <ac:picMkLst>
            <pc:docMk/>
            <pc:sldMk cId="2876653769" sldId="262"/>
            <ac:picMk id="19" creationId="{3B3DF078-BBF5-3905-C90B-8CA5708C359B}"/>
          </ac:picMkLst>
        </pc:picChg>
        <pc:picChg chg="add mod">
          <ac:chgData name="Joshua Balderas" userId="bc2b2ce1-2d65-4a33-ae32-8000ed710118" providerId="ADAL" clId="{99E37F0E-9DCD-4C93-8CAA-C4A33643FB70}" dt="2026-03-10T13:53:40.970" v="2969" actId="1076"/>
          <ac:picMkLst>
            <pc:docMk/>
            <pc:sldMk cId="2876653769" sldId="262"/>
            <ac:picMk id="21" creationId="{05C90E4F-8613-BE84-FBAD-0B45DBCC3988}"/>
          </ac:picMkLst>
        </pc:picChg>
        <pc:picChg chg="add mod">
          <ac:chgData name="Joshua Balderas" userId="bc2b2ce1-2d65-4a33-ae32-8000ed710118" providerId="ADAL" clId="{99E37F0E-9DCD-4C93-8CAA-C4A33643FB70}" dt="2026-03-10T13:53:40.970" v="2969" actId="1076"/>
          <ac:picMkLst>
            <pc:docMk/>
            <pc:sldMk cId="2876653769" sldId="262"/>
            <ac:picMk id="23" creationId="{B777FE24-CFA7-3359-FDE8-8DDA76758C77}"/>
          </ac:picMkLst>
        </pc:picChg>
      </pc:sldChg>
      <pc:sldChg chg="addSp delSp modSp new mod ord">
        <pc:chgData name="Joshua Balderas" userId="bc2b2ce1-2d65-4a33-ae32-8000ed710118" providerId="ADAL" clId="{99E37F0E-9DCD-4C93-8CAA-C4A33643FB70}" dt="2026-03-10T13:28:05.965" v="2561" actId="20577"/>
        <pc:sldMkLst>
          <pc:docMk/>
          <pc:sldMk cId="2671347627" sldId="263"/>
        </pc:sldMkLst>
        <pc:spChg chg="mod">
          <ac:chgData name="Joshua Balderas" userId="bc2b2ce1-2d65-4a33-ae32-8000ed710118" providerId="ADAL" clId="{99E37F0E-9DCD-4C93-8CAA-C4A33643FB70}" dt="2026-03-10T13:28:05.965" v="2561" actId="20577"/>
          <ac:spMkLst>
            <pc:docMk/>
            <pc:sldMk cId="2671347627" sldId="263"/>
            <ac:spMk id="2" creationId="{D126E8D5-6D96-8012-66E4-FD0600C2D23E}"/>
          </ac:spMkLst>
        </pc:spChg>
        <pc:spChg chg="del">
          <ac:chgData name="Joshua Balderas" userId="bc2b2ce1-2d65-4a33-ae32-8000ed710118" providerId="ADAL" clId="{99E37F0E-9DCD-4C93-8CAA-C4A33643FB70}" dt="2026-03-10T12:46:32.361" v="2438"/>
          <ac:spMkLst>
            <pc:docMk/>
            <pc:sldMk cId="2671347627" sldId="263"/>
            <ac:spMk id="3" creationId="{3E645AE9-5385-FC5D-7E21-94A7AC366841}"/>
          </ac:spMkLst>
        </pc:spChg>
        <pc:picChg chg="add mod ord">
          <ac:chgData name="Joshua Balderas" userId="bc2b2ce1-2d65-4a33-ae32-8000ed710118" providerId="ADAL" clId="{99E37F0E-9DCD-4C93-8CAA-C4A33643FB70}" dt="2026-03-10T12:46:46.161" v="2439" actId="34135"/>
          <ac:picMkLst>
            <pc:docMk/>
            <pc:sldMk cId="2671347627" sldId="263"/>
            <ac:picMk id="4" creationId="{3C4BF96F-C9F0-DAC2-1508-5017B5136A7D}"/>
          </ac:picMkLst>
        </pc:picChg>
        <pc:picChg chg="add mod ord">
          <ac:chgData name="Joshua Balderas" userId="bc2b2ce1-2d65-4a33-ae32-8000ed710118" providerId="ADAL" clId="{99E37F0E-9DCD-4C93-8CAA-C4A33643FB70}" dt="2026-03-10T12:47:15.283" v="2447" actId="1076"/>
          <ac:picMkLst>
            <pc:docMk/>
            <pc:sldMk cId="2671347627" sldId="263"/>
            <ac:picMk id="10" creationId="{DA785441-5EDD-85B1-DE27-196098C73F97}"/>
          </ac:picMkLst>
        </pc:picChg>
      </pc:sldChg>
      <pc:sldChg chg="addSp delSp modSp new mod modClrScheme chgLayout">
        <pc:chgData name="Joshua Balderas" userId="bc2b2ce1-2d65-4a33-ae32-8000ed710118" providerId="ADAL" clId="{99E37F0E-9DCD-4C93-8CAA-C4A33643FB70}" dt="2026-03-10T12:52:15.654" v="2527" actId="1076"/>
        <pc:sldMkLst>
          <pc:docMk/>
          <pc:sldMk cId="3297735038" sldId="264"/>
        </pc:sldMkLst>
        <pc:spChg chg="del mod ord">
          <ac:chgData name="Joshua Balderas" userId="bc2b2ce1-2d65-4a33-ae32-8000ed710118" providerId="ADAL" clId="{99E37F0E-9DCD-4C93-8CAA-C4A33643FB70}" dt="2026-03-10T12:49:17.115" v="2461" actId="700"/>
          <ac:spMkLst>
            <pc:docMk/>
            <pc:sldMk cId="3297735038" sldId="264"/>
            <ac:spMk id="2" creationId="{467977A1-A65A-4F97-1E52-B8B591A235A0}"/>
          </ac:spMkLst>
        </pc:spChg>
        <pc:spChg chg="del mod ord">
          <ac:chgData name="Joshua Balderas" userId="bc2b2ce1-2d65-4a33-ae32-8000ed710118" providerId="ADAL" clId="{99E37F0E-9DCD-4C93-8CAA-C4A33643FB70}" dt="2026-03-10T12:49:17.115" v="2461" actId="700"/>
          <ac:spMkLst>
            <pc:docMk/>
            <pc:sldMk cId="3297735038" sldId="264"/>
            <ac:spMk id="3" creationId="{B969F902-E4E4-CD59-9951-100C061B5CFE}"/>
          </ac:spMkLst>
        </pc:spChg>
        <pc:spChg chg="add mod ord">
          <ac:chgData name="Joshua Balderas" userId="bc2b2ce1-2d65-4a33-ae32-8000ed710118" providerId="ADAL" clId="{99E37F0E-9DCD-4C93-8CAA-C4A33643FB70}" dt="2026-03-10T12:51:50.880" v="2521" actId="20577"/>
          <ac:spMkLst>
            <pc:docMk/>
            <pc:sldMk cId="3297735038" sldId="264"/>
            <ac:spMk id="4" creationId="{6139D3FA-2647-51F0-FE2B-9D7E8B2C401B}"/>
          </ac:spMkLst>
        </pc:spChg>
        <pc:spChg chg="add del mod ord">
          <ac:chgData name="Joshua Balderas" userId="bc2b2ce1-2d65-4a33-ae32-8000ed710118" providerId="ADAL" clId="{99E37F0E-9DCD-4C93-8CAA-C4A33643FB70}" dt="2026-03-10T12:51:54.369" v="2522" actId="478"/>
          <ac:spMkLst>
            <pc:docMk/>
            <pc:sldMk cId="3297735038" sldId="264"/>
            <ac:spMk id="5" creationId="{6EB7A151-7998-20BC-5E6B-2E9A37E6CCBF}"/>
          </ac:spMkLst>
        </pc:spChg>
        <pc:spChg chg="add del mod ord">
          <ac:chgData name="Joshua Balderas" userId="bc2b2ce1-2d65-4a33-ae32-8000ed710118" providerId="ADAL" clId="{99E37F0E-9DCD-4C93-8CAA-C4A33643FB70}" dt="2026-03-10T12:51:26.770" v="2469"/>
          <ac:spMkLst>
            <pc:docMk/>
            <pc:sldMk cId="3297735038" sldId="264"/>
            <ac:spMk id="6" creationId="{A75D3AD1-4E58-0682-99B0-F3EAE2237A74}"/>
          </ac:spMkLst>
        </pc:spChg>
        <pc:spChg chg="add del mod ord">
          <ac:chgData name="Joshua Balderas" userId="bc2b2ce1-2d65-4a33-ae32-8000ed710118" providerId="ADAL" clId="{99E37F0E-9DCD-4C93-8CAA-C4A33643FB70}" dt="2026-03-10T12:51:56.316" v="2523" actId="478"/>
          <ac:spMkLst>
            <pc:docMk/>
            <pc:sldMk cId="3297735038" sldId="264"/>
            <ac:spMk id="7" creationId="{25327772-78CF-2850-2431-B330A1D60716}"/>
          </ac:spMkLst>
        </pc:spChg>
        <pc:spChg chg="add del mod ord">
          <ac:chgData name="Joshua Balderas" userId="bc2b2ce1-2d65-4a33-ae32-8000ed710118" providerId="ADAL" clId="{99E37F0E-9DCD-4C93-8CAA-C4A33643FB70}" dt="2026-03-10T12:51:29.604" v="2471"/>
          <ac:spMkLst>
            <pc:docMk/>
            <pc:sldMk cId="3297735038" sldId="264"/>
            <ac:spMk id="8" creationId="{D0A011FC-4D7A-9021-6049-7E24496FF98C}"/>
          </ac:spMkLst>
        </pc:spChg>
        <pc:picChg chg="add del mod ord">
          <ac:chgData name="Joshua Balderas" userId="bc2b2ce1-2d65-4a33-ae32-8000ed710118" providerId="ADAL" clId="{99E37F0E-9DCD-4C93-8CAA-C4A33643FB70}" dt="2026-03-10T12:49:21.527" v="2464" actId="931"/>
          <ac:picMkLst>
            <pc:docMk/>
            <pc:sldMk cId="3297735038" sldId="264"/>
            <ac:picMk id="10" creationId="{5EF1CBCC-8D71-EC55-BAA2-336278B4A448}"/>
          </ac:picMkLst>
        </pc:picChg>
        <pc:picChg chg="add del mod ord">
          <ac:chgData name="Joshua Balderas" userId="bc2b2ce1-2d65-4a33-ae32-8000ed710118" providerId="ADAL" clId="{99E37F0E-9DCD-4C93-8CAA-C4A33643FB70}" dt="2026-03-10T12:49:25.554" v="2467" actId="931"/>
          <ac:picMkLst>
            <pc:docMk/>
            <pc:sldMk cId="3297735038" sldId="264"/>
            <ac:picMk id="12" creationId="{F3F558BE-A9FD-F7EE-22E6-8596834C0A99}"/>
          </ac:picMkLst>
        </pc:picChg>
        <pc:picChg chg="add mod ord">
          <ac:chgData name="Joshua Balderas" userId="bc2b2ce1-2d65-4a33-ae32-8000ed710118" providerId="ADAL" clId="{99E37F0E-9DCD-4C93-8CAA-C4A33643FB70}" dt="2026-03-10T12:52:10.662" v="2526" actId="14100"/>
          <ac:picMkLst>
            <pc:docMk/>
            <pc:sldMk cId="3297735038" sldId="264"/>
            <ac:picMk id="14" creationId="{E5C8A058-4F49-7E98-44E5-B9B95FBCF0C1}"/>
          </ac:picMkLst>
        </pc:picChg>
        <pc:picChg chg="add mod ord">
          <ac:chgData name="Joshua Balderas" userId="bc2b2ce1-2d65-4a33-ae32-8000ed710118" providerId="ADAL" clId="{99E37F0E-9DCD-4C93-8CAA-C4A33643FB70}" dt="2026-03-10T12:52:15.654" v="2527" actId="1076"/>
          <ac:picMkLst>
            <pc:docMk/>
            <pc:sldMk cId="3297735038" sldId="264"/>
            <ac:picMk id="16" creationId="{9EE3490A-45D5-86BB-B29D-23CF8705B2F6}"/>
          </ac:picMkLst>
        </pc:picChg>
      </pc:sldChg>
      <pc:sldChg chg="add">
        <pc:chgData name="Joshua Balderas" userId="bc2b2ce1-2d65-4a33-ae32-8000ed710118" providerId="ADAL" clId="{99E37F0E-9DCD-4C93-8CAA-C4A33643FB70}" dt="2026-03-10T13:28:50.890" v="2563" actId="2890"/>
        <pc:sldMkLst>
          <pc:docMk/>
          <pc:sldMk cId="2825166684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773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34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9272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85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105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971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26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794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52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108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593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4851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9D7EBC-BF01-F3E4-9617-C97BFE8992D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9091" t="9093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CDD0B0-E2A2-5CF0-A843-5DAFD741E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100">
                <a:solidFill>
                  <a:srgbClr val="FFFFFF"/>
                </a:solidFill>
              </a:rPr>
              <a:t>Statistical Modeling to Predict Student’s Dropout and Academic Success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38189-0607-A6C5-A970-3EBFFA3E69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 fontScale="55000" lnSpcReduction="20000"/>
          </a:bodyPr>
          <a:lstStyle/>
          <a:p>
            <a:r>
              <a:rPr lang="en-US" sz="1700" dirty="0">
                <a:solidFill>
                  <a:srgbClr val="FFFFFF"/>
                </a:solidFill>
              </a:rPr>
              <a:t>Project Team: </a:t>
            </a:r>
          </a:p>
          <a:p>
            <a:r>
              <a:rPr lang="en-US" sz="1700" dirty="0">
                <a:solidFill>
                  <a:srgbClr val="FFFFFF"/>
                </a:solidFill>
              </a:rPr>
              <a:t>James </a:t>
            </a:r>
            <a:r>
              <a:rPr lang="en-US" sz="1700" dirty="0" err="1">
                <a:solidFill>
                  <a:srgbClr val="FFFFFF"/>
                </a:solidFill>
              </a:rPr>
              <a:t>Kibiro</a:t>
            </a:r>
            <a:endParaRPr lang="en-US" sz="1700" dirty="0">
              <a:solidFill>
                <a:srgbClr val="FFFFFF"/>
              </a:solidFill>
            </a:endParaRPr>
          </a:p>
          <a:p>
            <a:r>
              <a:rPr lang="en-US" sz="1700" dirty="0">
                <a:solidFill>
                  <a:srgbClr val="FFFFFF"/>
                </a:solidFill>
              </a:rPr>
              <a:t>Joshua Balderas</a:t>
            </a:r>
          </a:p>
          <a:p>
            <a:r>
              <a:rPr lang="en-US" sz="1700" dirty="0" err="1">
                <a:solidFill>
                  <a:srgbClr val="FFFFFF"/>
                </a:solidFill>
              </a:rPr>
              <a:t>Neelkumar</a:t>
            </a:r>
            <a:r>
              <a:rPr lang="en-US" sz="1700" dirty="0">
                <a:solidFill>
                  <a:srgbClr val="FFFFFF"/>
                </a:solidFill>
              </a:rPr>
              <a:t> </a:t>
            </a:r>
            <a:r>
              <a:rPr lang="en-US" sz="1700" dirty="0" err="1">
                <a:solidFill>
                  <a:srgbClr val="FFFFFF"/>
                </a:solidFill>
              </a:rPr>
              <a:t>Jayeshbhai</a:t>
            </a:r>
            <a:r>
              <a:rPr lang="en-US" sz="1700" dirty="0">
                <a:solidFill>
                  <a:srgbClr val="FFFFFF"/>
                </a:solidFill>
              </a:rPr>
              <a:t> Patel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5041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1CF7363A-0911-34E2-8576-56AECAB7F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6BE71-122F-2F34-B9B3-CAC0813B9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88550"/>
            <a:ext cx="10890929" cy="939753"/>
          </a:xfrm>
        </p:spPr>
        <p:txBody>
          <a:bodyPr>
            <a:normAutofit/>
          </a:bodyPr>
          <a:lstStyle/>
          <a:p>
            <a:r>
              <a:rPr lang="en-US" dirty="0"/>
              <a:t>Project Motivation and Research Questions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BE5510-D12F-11C5-A5F3-BE7C4F60F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1262744"/>
            <a:ext cx="5212080" cy="69537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Why this topic?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287935B-C3C7-50E3-CE40-12F12305F4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3424" y="2070837"/>
            <a:ext cx="5212080" cy="13581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Student dropout and academic failure have high costs for students and institutions:</a:t>
            </a:r>
          </a:p>
          <a:p>
            <a:pPr lvl="1"/>
            <a:r>
              <a:rPr lang="en-US" dirty="0"/>
              <a:t>lost tuition revenue</a:t>
            </a:r>
          </a:p>
          <a:p>
            <a:pPr lvl="1"/>
            <a:r>
              <a:rPr lang="en-US" dirty="0"/>
              <a:t>delayed career progress</a:t>
            </a:r>
          </a:p>
          <a:p>
            <a:pPr lvl="1"/>
            <a:r>
              <a:rPr lang="en-US" dirty="0"/>
              <a:t>lower graduation and retention rates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E60F42-58F5-09DB-BF82-5A328B6763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0942" y="1375464"/>
            <a:ext cx="5212080" cy="69537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Key study questions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1DD27EB-0012-DD07-2B26-B82EABC16B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1360" y="2217998"/>
            <a:ext cx="5212080" cy="3191256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n-US" sz="1600" dirty="0"/>
              <a:t>What are the biggest contributors to student dropout and academic failure?</a:t>
            </a:r>
          </a:p>
          <a:p>
            <a:pPr marL="457200" indent="-457200">
              <a:buAutoNum type="arabicPeriod"/>
            </a:pPr>
            <a:r>
              <a:rPr lang="en-US" sz="1600" dirty="0"/>
              <a:t>Can we predict whether a student will drop out, remain enrolled, or graduate?</a:t>
            </a:r>
          </a:p>
          <a:p>
            <a:pPr marL="457200" indent="-457200">
              <a:buAutoNum type="arabicPeriod"/>
            </a:pPr>
            <a:r>
              <a:rPr lang="en-US" sz="1600" dirty="0"/>
              <a:t>Can we predict dropout using only first-semester data?</a:t>
            </a:r>
          </a:p>
          <a:p>
            <a:pPr marL="457200" indent="-457200">
              <a:buAutoNum type="arabicPeriod"/>
            </a:pPr>
            <a:r>
              <a:rPr lang="en-US" sz="1600" dirty="0"/>
              <a:t>How does enrollment age affect graduation likelihood?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0C0A45-4D45-C383-2C30-9E9B6E8B81BC}"/>
              </a:ext>
            </a:extLst>
          </p:cNvPr>
          <p:cNvSpPr txBox="1"/>
          <p:nvPr/>
        </p:nvSpPr>
        <p:spPr>
          <a:xfrm>
            <a:off x="494343" y="3541720"/>
            <a:ext cx="4604146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Using data-inclined approaches, Universities can: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Boost Graduation Rates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Optimize Resource Allocations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Develop Evidence-Based Policies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151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222F6A75-1E30-4AAE-8CE9-E3EB4F740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BDCDDA-C457-9C13-609F-7A872D0D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518228"/>
            <a:ext cx="10890929" cy="939753"/>
          </a:xfrm>
        </p:spPr>
        <p:txBody>
          <a:bodyPr>
            <a:normAutofit fontScale="90000"/>
          </a:bodyPr>
          <a:lstStyle/>
          <a:p>
            <a:r>
              <a:rPr lang="en-US" dirty="0"/>
              <a:t>Comprehensive Dataset Overview</a:t>
            </a:r>
            <a:br>
              <a:rPr lang="en-US" dirty="0"/>
            </a:br>
            <a:r>
              <a:rPr lang="en-US" sz="2200" dirty="0"/>
              <a:t>4,424 Student Records</a:t>
            </a:r>
            <a:r>
              <a:rPr lang="en-US" sz="2200" dirty="0">
                <a:ea typeface="Merriweather-Regular" pitchFamily="34" charset="-122"/>
                <a:cs typeface="Merriweather-Regular" pitchFamily="34" charset="-120"/>
              </a:rPr>
              <a:t> • Polytechnic Institute of </a:t>
            </a:r>
            <a:r>
              <a:rPr lang="en-US" sz="2200" dirty="0" err="1">
                <a:ea typeface="Merriweather-Regular" pitchFamily="34" charset="-122"/>
                <a:cs typeface="Merriweather-Regular" pitchFamily="34" charset="-120"/>
              </a:rPr>
              <a:t>Portalegre</a:t>
            </a:r>
            <a:r>
              <a:rPr lang="en-US" sz="2200" dirty="0">
                <a:ea typeface="Merriweather-Regular" pitchFamily="34" charset="-122"/>
                <a:cs typeface="Merriweather-Regular" pitchFamily="34" charset="-120"/>
              </a:rPr>
              <a:t> • 2008-2019</a:t>
            </a:r>
            <a:endParaRPr lang="en-US" sz="2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5C767-D285-2260-9BC7-A7F39236C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535" y="1845649"/>
            <a:ext cx="2466915" cy="38670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Demographics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92432-683E-B097-6F21-F3DB20BF88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4348" y="2620020"/>
            <a:ext cx="2270269" cy="269652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Age at enrollment</a:t>
            </a:r>
          </a:p>
          <a:p>
            <a:r>
              <a:rPr lang="en-US" dirty="0"/>
              <a:t>Gender Distribution</a:t>
            </a:r>
          </a:p>
          <a:p>
            <a:r>
              <a:rPr lang="en-US" dirty="0"/>
              <a:t>Marital Status</a:t>
            </a:r>
          </a:p>
          <a:p>
            <a:r>
              <a:rPr lang="en-US" dirty="0"/>
              <a:t>National Diversity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7B6DF5-2E77-D0C0-0D2B-C3DC7DA5F7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10951" y="1860152"/>
            <a:ext cx="2885048" cy="633086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ACADEMIC PERFORMANCE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1C7604C-22D5-1757-EEAD-CDCBA8E8DD5F}"/>
              </a:ext>
            </a:extLst>
          </p:cNvPr>
          <p:cNvSpPr txBox="1">
            <a:spLocks/>
          </p:cNvSpPr>
          <p:nvPr/>
        </p:nvSpPr>
        <p:spPr>
          <a:xfrm>
            <a:off x="3445320" y="2562362"/>
            <a:ext cx="2270269" cy="31912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First Year metrics</a:t>
            </a:r>
          </a:p>
          <a:p>
            <a:r>
              <a:rPr lang="en-US" dirty="0"/>
              <a:t>Course Completion Rates</a:t>
            </a:r>
          </a:p>
          <a:p>
            <a:r>
              <a:rPr lang="en-US" dirty="0"/>
              <a:t>Grade Averages</a:t>
            </a:r>
          </a:p>
          <a:p>
            <a:r>
              <a:rPr lang="en-US" dirty="0"/>
              <a:t>Evaluation Outcomes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E3D5002-8FBC-62AD-5724-970D0F9AC713}"/>
              </a:ext>
            </a:extLst>
          </p:cNvPr>
          <p:cNvSpPr txBox="1">
            <a:spLocks/>
          </p:cNvSpPr>
          <p:nvPr/>
        </p:nvSpPr>
        <p:spPr>
          <a:xfrm>
            <a:off x="6095999" y="1829008"/>
            <a:ext cx="2885048" cy="69537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Socioeconomic status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3C257ED-A740-C333-68A6-76CA8A5C0AAC}"/>
              </a:ext>
            </a:extLst>
          </p:cNvPr>
          <p:cNvSpPr txBox="1">
            <a:spLocks/>
          </p:cNvSpPr>
          <p:nvPr/>
        </p:nvSpPr>
        <p:spPr>
          <a:xfrm>
            <a:off x="6306672" y="2562362"/>
            <a:ext cx="2463702" cy="31912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Family Occupation</a:t>
            </a:r>
          </a:p>
          <a:p>
            <a:r>
              <a:rPr lang="en-US" dirty="0"/>
              <a:t>Family Education Levels</a:t>
            </a:r>
          </a:p>
          <a:p>
            <a:r>
              <a:rPr lang="en-US" dirty="0"/>
              <a:t> Financial Aid Status</a:t>
            </a:r>
          </a:p>
          <a:p>
            <a:r>
              <a:rPr lang="en-US" dirty="0"/>
              <a:t>Scholarship Recipients</a:t>
            </a:r>
          </a:p>
          <a:p>
            <a:r>
              <a:rPr lang="en-US" dirty="0"/>
              <a:t>Debt indicators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FDA2E27-A2C2-E62D-A8CA-A6BA8E5D1FC0}"/>
              </a:ext>
            </a:extLst>
          </p:cNvPr>
          <p:cNvSpPr txBox="1">
            <a:spLocks/>
          </p:cNvSpPr>
          <p:nvPr/>
        </p:nvSpPr>
        <p:spPr>
          <a:xfrm>
            <a:off x="9053280" y="1651333"/>
            <a:ext cx="2758017" cy="695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dirty="0">
                <a:solidFill>
                  <a:schemeClr val="accent2">
                    <a:lumMod val="75000"/>
                  </a:schemeClr>
                </a:solidFill>
              </a:rPr>
              <a:t>Macroeconomics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49F4EA9-20D3-EDDA-0551-38B342472CCB}"/>
              </a:ext>
            </a:extLst>
          </p:cNvPr>
          <p:cNvSpPr txBox="1">
            <a:spLocks/>
          </p:cNvSpPr>
          <p:nvPr/>
        </p:nvSpPr>
        <p:spPr>
          <a:xfrm>
            <a:off x="9541028" y="2493238"/>
            <a:ext cx="2270269" cy="3191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National Unemployment Rates</a:t>
            </a:r>
          </a:p>
          <a:p>
            <a:r>
              <a:rPr lang="en-US" dirty="0"/>
              <a:t>Inflation</a:t>
            </a:r>
          </a:p>
          <a:p>
            <a:r>
              <a:rPr lang="en-US" dirty="0"/>
              <a:t>GDP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2DF701-AD67-16DF-AC5E-9D2F35C5FD17}"/>
              </a:ext>
            </a:extLst>
          </p:cNvPr>
          <p:cNvSpPr txBox="1"/>
          <p:nvPr/>
        </p:nvSpPr>
        <p:spPr>
          <a:xfrm>
            <a:off x="2497394" y="5999394"/>
            <a:ext cx="71873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Data Source: UCI Machine Learning Repository</a:t>
            </a:r>
          </a:p>
        </p:txBody>
      </p:sp>
    </p:spTree>
    <p:extLst>
      <p:ext uri="{BB962C8B-B14F-4D97-AF65-F5344CB8AC3E}">
        <p14:creationId xmlns:p14="http://schemas.microsoft.com/office/powerpoint/2010/main" val="2787099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3C4BF96F-C9F0-DAC2-1508-5017B5136A7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26E8D5-6D96-8012-66E4-FD0600C2D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877571"/>
            <a:ext cx="10890929" cy="683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Variable Inspection – Correlation Matrix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A785441-5EDD-85B1-DE27-196098C73F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115" y="1782346"/>
            <a:ext cx="7241869" cy="446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347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39D3FA-2647-51F0-FE2B-9D7E8B2C4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Inspection – Nonlinearity in Age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E5C8A058-4F49-7E98-44E5-B9B95FBCF0C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37" y="2782529"/>
            <a:ext cx="5540674" cy="3415070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9EE3490A-45D5-86BB-B29D-23CF8705B2F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782528"/>
            <a:ext cx="5533678" cy="341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735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18A9F62E-ADF6-EBCC-6D9B-2188ADD3EE0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21A549-0898-D606-A954-AED62404AB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868" y="1850292"/>
            <a:ext cx="2914849" cy="18006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275A2D-7F09-B990-721A-2F9910D91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726" y="378541"/>
            <a:ext cx="10890929" cy="939753"/>
          </a:xfrm>
        </p:spPr>
        <p:txBody>
          <a:bodyPr/>
          <a:lstStyle/>
          <a:p>
            <a:pPr algn="ctr"/>
            <a:r>
              <a:rPr lang="en-US" dirty="0"/>
              <a:t>Methods: Multi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7854CB-A386-0000-62D4-D7BDFCB27191}"/>
                  </a:ext>
                </a:extLst>
              </p:cNvPr>
              <p:cNvSpPr txBox="1"/>
              <p:nvPr/>
            </p:nvSpPr>
            <p:spPr>
              <a:xfrm>
                <a:off x="111669" y="2104337"/>
                <a:ext cx="5518883" cy="18836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Linear Regression -&gt; BAD MODEL </a:t>
                </a:r>
                <a:r>
                  <a:rPr lang="en-US" dirty="0">
                    <a:latin typeface="+mj-lt"/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𝐴𝑑𝑗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=0.57)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lvl="1"/>
                <a:r>
                  <a:rPr lang="en-US" sz="1400" dirty="0"/>
                  <a:t>Model Split: 70/30</a:t>
                </a:r>
              </a:p>
              <a:p>
                <a:pPr lvl="1"/>
                <a:endParaRPr lang="en-US" sz="1400" dirty="0"/>
              </a:p>
              <a:p>
                <a:pPr lvl="1"/>
                <a:r>
                  <a:rPr lang="en-US" sz="1400" dirty="0"/>
                  <a:t>Normality </a:t>
                </a:r>
              </a:p>
              <a:p>
                <a:pPr lvl="1"/>
                <a:endParaRPr lang="en-US" sz="1400" dirty="0"/>
              </a:p>
              <a:p>
                <a:pPr lvl="1"/>
                <a:r>
                  <a:rPr lang="en-US" sz="1400" dirty="0"/>
                  <a:t>Constant Variance Assumption  </a:t>
                </a:r>
              </a:p>
              <a:p>
                <a:pPr lvl="1"/>
                <a:endParaRPr lang="en-US" sz="1400" dirty="0"/>
              </a:p>
              <a:p>
                <a:pPr lvl="1"/>
                <a:r>
                  <a:rPr lang="en-US" sz="1400" dirty="0"/>
                  <a:t>Why is not good fit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7854CB-A386-0000-62D4-D7BDFCB27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69" y="2104337"/>
                <a:ext cx="5518883" cy="1883657"/>
              </a:xfrm>
              <a:prstGeom prst="rect">
                <a:avLst/>
              </a:prstGeom>
              <a:blipFill>
                <a:blip r:embed="rId4"/>
                <a:stretch>
                  <a:fillRect l="-662" t="-1294" b="-2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8C0856D-9F0A-5925-A59C-5BFE1A76EB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716" y="1850292"/>
            <a:ext cx="2914849" cy="18006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C8E73C-12A8-9F6A-1C2F-B1063EA0C3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128" y="4093261"/>
            <a:ext cx="3284492" cy="202896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133A05F-658F-A4D4-551B-1562C6CEBC31}"/>
              </a:ext>
            </a:extLst>
          </p:cNvPr>
          <p:cNvSpPr/>
          <p:nvPr/>
        </p:nvSpPr>
        <p:spPr>
          <a:xfrm>
            <a:off x="3280260" y="1070238"/>
            <a:ext cx="5651859" cy="42441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A GOOD MODEL OF CHOICE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5C90E4F-8613-BE84-FBAD-0B45DBCC39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866" y="3731495"/>
            <a:ext cx="2914849" cy="180062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777FE24-CFA7-3359-FDE8-8DDA76758C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715" y="3731494"/>
            <a:ext cx="2914849" cy="1800625"/>
          </a:xfrm>
          <a:prstGeom prst="rect">
            <a:avLst/>
          </a:prstGeom>
        </p:spPr>
      </p:pic>
      <p:sp>
        <p:nvSpPr>
          <p:cNvPr id="24" name="Arrow: Right 23">
            <a:extLst>
              <a:ext uri="{FF2B5EF4-FFF2-40B4-BE49-F238E27FC236}">
                <a16:creationId xmlns:a16="http://schemas.microsoft.com/office/drawing/2014/main" id="{B2C831A3-5CDB-24B9-7AA6-13F37265760D}"/>
              </a:ext>
            </a:extLst>
          </p:cNvPr>
          <p:cNvSpPr/>
          <p:nvPr/>
        </p:nvSpPr>
        <p:spPr>
          <a:xfrm>
            <a:off x="1647914" y="2948446"/>
            <a:ext cx="590550" cy="11430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4971AB77-CA51-C5A8-5BBE-F55E657E9F78}"/>
              </a:ext>
            </a:extLst>
          </p:cNvPr>
          <p:cNvSpPr/>
          <p:nvPr/>
        </p:nvSpPr>
        <p:spPr>
          <a:xfrm>
            <a:off x="2417556" y="2767471"/>
            <a:ext cx="476250" cy="476250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CFB0E693-9108-7329-2E10-8C200A2339FB}"/>
              </a:ext>
            </a:extLst>
          </p:cNvPr>
          <p:cNvSpPr/>
          <p:nvPr/>
        </p:nvSpPr>
        <p:spPr>
          <a:xfrm>
            <a:off x="2238464" y="3792915"/>
            <a:ext cx="590550" cy="11430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A2A22159-23E8-4D42-3D5F-670616F7D215}"/>
              </a:ext>
            </a:extLst>
          </p:cNvPr>
          <p:cNvSpPr/>
          <p:nvPr/>
        </p:nvSpPr>
        <p:spPr>
          <a:xfrm>
            <a:off x="2829014" y="3617011"/>
            <a:ext cx="476250" cy="476250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934D9C4C-E96C-9966-6A7A-3F7E10D9F08E}"/>
              </a:ext>
            </a:extLst>
          </p:cNvPr>
          <p:cNvSpPr/>
          <p:nvPr/>
        </p:nvSpPr>
        <p:spPr>
          <a:xfrm>
            <a:off x="3099622" y="3326169"/>
            <a:ext cx="359914" cy="16382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Multiplication Sign 28">
            <a:extLst>
              <a:ext uri="{FF2B5EF4-FFF2-40B4-BE49-F238E27FC236}">
                <a16:creationId xmlns:a16="http://schemas.microsoft.com/office/drawing/2014/main" id="{6D7FEE93-561F-DD81-3ABF-264093AC1837}"/>
              </a:ext>
            </a:extLst>
          </p:cNvPr>
          <p:cNvSpPr/>
          <p:nvPr/>
        </p:nvSpPr>
        <p:spPr>
          <a:xfrm>
            <a:off x="3515370" y="3198866"/>
            <a:ext cx="476250" cy="476250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653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7A3DDE0C-1EB7-DF35-2473-FEC259776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4B9570-6FC6-7A3E-0C9A-64758F18C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State of Knowledge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93C3E6F-BD83-6C47-3641-C41BD53DB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Yakubu et al. (2025) – “Applying Machine Learning Approach to Predict Students’ Performance in Higher Educational Institutions”.</a:t>
            </a:r>
          </a:p>
          <a:p>
            <a:r>
              <a:rPr lang="en-US" dirty="0"/>
              <a:t>Fahd et al. (2022) – “Application of Machine Learning in Higher Education to Assess Student Academic Performance, at-risk, and Attrition”.</a:t>
            </a:r>
          </a:p>
          <a:p>
            <a:r>
              <a:rPr lang="en-US" dirty="0"/>
              <a:t>Tan &amp; Shao (2015) – “Prediction of Student Dropout using Random Forest on 165,715 High School Students”. </a:t>
            </a:r>
          </a:p>
        </p:txBody>
      </p:sp>
    </p:spTree>
    <p:extLst>
      <p:ext uri="{BB962C8B-B14F-4D97-AF65-F5344CB8AC3E}">
        <p14:creationId xmlns:p14="http://schemas.microsoft.com/office/powerpoint/2010/main" val="829764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24049-6B67-D5B6-F85F-678901F1E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38952B42-79C2-7CB3-88F5-4564C3DB384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21CB8B-0599-8AE0-F34A-3AC9C1D38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726" y="378541"/>
            <a:ext cx="10890929" cy="939753"/>
          </a:xfrm>
        </p:spPr>
        <p:txBody>
          <a:bodyPr/>
          <a:lstStyle/>
          <a:p>
            <a:pPr algn="ctr"/>
            <a:r>
              <a:rPr lang="en-US" dirty="0"/>
              <a:t>Next Steps: Potential Models &amp; Rationale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E623DA-6D1F-1695-B81E-D15F8F0D353D}"/>
              </a:ext>
            </a:extLst>
          </p:cNvPr>
          <p:cNvSpPr txBox="1"/>
          <p:nvPr/>
        </p:nvSpPr>
        <p:spPr>
          <a:xfrm>
            <a:off x="907530" y="2413337"/>
            <a:ext cx="909255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Logistic Regression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Estimate the probability that a student belongs to each outcome category.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Interpretable baseline showing how variables affect outcome probability.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Decision Tree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Predicts outcomes by splitting students into groups based on independent values.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Understandable rules for identifying at-risk students.</a:t>
            </a:r>
          </a:p>
        </p:txBody>
      </p:sp>
    </p:spTree>
    <p:extLst>
      <p:ext uri="{BB962C8B-B14F-4D97-AF65-F5344CB8AC3E}">
        <p14:creationId xmlns:p14="http://schemas.microsoft.com/office/powerpoint/2010/main" val="282516668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352</Words>
  <Application>Microsoft Macintosh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Cambria Math</vt:lpstr>
      <vt:lpstr>Grandview Display</vt:lpstr>
      <vt:lpstr>Merriweather-Regular</vt:lpstr>
      <vt:lpstr>DashVTI</vt:lpstr>
      <vt:lpstr>Statistical Modeling to Predict Student’s Dropout and Academic Success</vt:lpstr>
      <vt:lpstr>Project Motivation and Research Questions</vt:lpstr>
      <vt:lpstr>Comprehensive Dataset Overview 4,424 Student Records • Polytechnic Institute of Portalegre • 2008-2019</vt:lpstr>
      <vt:lpstr>Variable Inspection – Correlation Matrix</vt:lpstr>
      <vt:lpstr>Variable Inspection – Nonlinearity in Age</vt:lpstr>
      <vt:lpstr>Methods: Multi Linear Regression</vt:lpstr>
      <vt:lpstr>Current State of Knowledge</vt:lpstr>
      <vt:lpstr>Next Steps: Potential Models &amp; Rationale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Balderas</dc:creator>
  <cp:lastModifiedBy>James Kibiro</cp:lastModifiedBy>
  <cp:revision>1</cp:revision>
  <dcterms:created xsi:type="dcterms:W3CDTF">2026-03-10T00:25:51Z</dcterms:created>
  <dcterms:modified xsi:type="dcterms:W3CDTF">2026-03-10T14:20:51Z</dcterms:modified>
</cp:coreProperties>
</file>